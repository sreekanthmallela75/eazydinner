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Restaurant Listings by 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Bengaluru</c:v>
                </c:pt>
                <c:pt idx="1">
                  <c:v>Hyderabad</c:v>
                </c:pt>
                <c:pt idx="2">
                  <c:v>Chennai</c:v>
                </c:pt>
                <c:pt idx="3">
                  <c:v>Vijayawada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1742</c:v>
                </c:pt>
                <c:pt idx="1">
                  <c:v>967</c:v>
                </c:pt>
                <c:pt idx="2">
                  <c:v>717</c:v>
                </c:pt>
                <c:pt idx="3">
                  <c:v>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Rating by 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Bengaluru</c:v>
                </c:pt>
                <c:pt idx="1">
                  <c:v>Hyderabad</c:v>
                </c:pt>
                <c:pt idx="2">
                  <c:v>Chennai</c:v>
                </c:pt>
                <c:pt idx="3">
                  <c:v>Vijayawada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4.126</c:v>
                </c:pt>
                <c:pt idx="1">
                  <c:v>4.012</c:v>
                </c:pt>
                <c:pt idx="2">
                  <c:v>4.037</c:v>
                </c:pt>
                <c:pt idx="3">
                  <c:v>3.891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Cost for Two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Bengaluru</c:v>
                </c:pt>
                <c:pt idx="1">
                  <c:v>Hyderabad</c:v>
                </c:pt>
                <c:pt idx="2">
                  <c:v>Chennai</c:v>
                </c:pt>
                <c:pt idx="3">
                  <c:v>Vijayawada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1782.9</c:v>
                </c:pt>
                <c:pt idx="1">
                  <c:v>1169.3</c:v>
                </c:pt>
                <c:pt idx="2">
                  <c:v>1223.6</c:v>
                </c:pt>
                <c:pt idx="3">
                  <c:v>781.8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5 Cuisines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 Indian</c:v>
                </c:pt>
                <c:pt idx="1">
                  <c:v>Chinese</c:v>
                </c:pt>
                <c:pt idx="2">
                  <c:v>Desserts</c:v>
                </c:pt>
                <c:pt idx="3">
                  <c:v>Continental</c:v>
                </c:pt>
                <c:pt idx="4">
                  <c:v>South Indian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1604</c:v>
                </c:pt>
                <c:pt idx="1">
                  <c:v>1216</c:v>
                </c:pt>
                <c:pt idx="2">
                  <c:v>1072</c:v>
                </c:pt>
                <c:pt idx="3">
                  <c:v>911</c:v>
                </c:pt>
                <c:pt idx="4">
                  <c:v>731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Locations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Koramangala</c:v>
                </c:pt>
                <c:pt idx="1">
                  <c:v>Madhapur</c:v>
                </c:pt>
                <c:pt idx="2">
                  <c:v>Gachibowli</c:v>
                </c:pt>
                <c:pt idx="3">
                  <c:v>Whitefield</c:v>
                </c:pt>
                <c:pt idx="4">
                  <c:v>Indiranagar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83</c:v>
                </c:pt>
                <c:pt idx="2">
                  <c:v>64</c:v>
                </c:pt>
                <c:pt idx="3">
                  <c:v>64</c:v>
                </c:pt>
                <c:pt idx="4">
                  <c:v>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EazyDiner Restaurant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D6E2F0"/>
                </a:solidFill>
              </a:defRPr>
            </a:pPr>
            <a:r>
              <a:t>Web Scraping • Data Cleaning • EDA •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Presented by: Srikanth Mallela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EazyDiner provides restaurant listings across multiple cities.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The project collects restaurant information and analyzes it using Python.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The analysis compares restaurant availability, ratings, pricing, cuisines and locations.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Final dataset: 3,626 restaurant listings across four cities.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Business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Project use case: Analysis on restaurants in different cities.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How are restaurant listings distributed across cities?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cities have higher average ratings and pricing?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cuisines are most frequently listed?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locations have a high concentration of restaurants?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Does restaurant cost have a strong relationship with rating?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Collect restaurant data from EazyDiner using Requests and BeautifulSoup.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Clean and transform scraped data using Pandas and Regular Expressions.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Perform Exploratory Data Analysis (EDA).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Compare Bengaluru, Hyderabad, Chennai and Vijayawada.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Generate business insights and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Website Selection &amp;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Data source: EazyDiner restaurant listings.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Cities selected: Bengaluru, Hyderabad, Chennai and Vijayawada.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Fields collected: City, Name, Location, Cuisine, Cost, Rating and Offer.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The selected use case focuses on restaurant analysis across different cities.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Technologies &amp; Libraries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Python — main programming language.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Requests — fetch web pages.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BeautifulSoup — parse HTML and extract restaurant data.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Pandas — DataFrame creation, cleaning, transformation and analysis.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Regular Expressions — extract numeric cost values.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Matplotlib — EDA visualizations.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Web Scraping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6583680" cy="4480560"/>
          </a:xfrm>
          <a:prstGeom prst="roundRect">
            <a:avLst/>
          </a:prstGeom>
          <a:solidFill>
            <a:srgbClr val="232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07592"/>
            <a:ext cx="6254496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FFFFFF"/>
                </a:solidFill>
                <a:latin typeface="Consolas"/>
              </a:defRPr>
            </a:pPr>
            <a:r>
              <a:t>import requests</a:t>
            </a:r>
            <a:br/>
            <a:r>
              <a:t>from bs4 import BeautifulSoup</a:t>
            </a:r>
            <a:br/>
            <a:br/>
            <a:r>
              <a:t>response = requests.get(page_url, timeout=20)</a:t>
            </a:r>
            <a:br/>
            <a:r>
              <a:t>response.raise_for_status()</a:t>
            </a:r>
            <a:br/>
            <a:br/>
            <a:r>
              <a:t>soup = BeautifulSoup(response.text, "html.parser")</a:t>
            </a:r>
            <a:br/>
            <a:r>
              <a:t>restaurants = soup.select("a[aria-label]")</a:t>
            </a:r>
            <a:br/>
            <a:br/>
            <a:r>
              <a:t>for restaurant in restaurants:</a:t>
            </a:r>
            <a:br/>
            <a:r>
              <a:t>    card = restaurant.parent</a:t>
            </a:r>
            <a:br/>
            <a:r>
              <a:t>    name = card.find("h3").get_text(strip=True)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23444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1. Send an HTTP request to the listing page.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2. Parse the HTML response with BeautifulSoup.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3. Identify restaurant cards using HTML selectors.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4. Extract name, location, cuisine, cost, rating and offer.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5. Repeat for the required pages and cities.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Data Collection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1371600"/>
            <a:ext cx="169164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35608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City URLs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2176272"/>
            <a:ext cx="1691640" cy="64008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79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A"/>
                </a:solidFill>
              </a:defRPr>
            </a:pPr>
            <a:r>
              <a:t>4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6584" y="1371600"/>
            <a:ext cx="169164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96312" y="1435608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Pagination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6584" y="2176272"/>
            <a:ext cx="1691640" cy="64008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240279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A"/>
                </a:solidFill>
              </a:defRPr>
            </a:pPr>
            <a:r>
              <a:t>Multiple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371600"/>
            <a:ext cx="169164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435608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176272"/>
            <a:ext cx="1691640" cy="64008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240279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A"/>
                </a:solidFill>
              </a:defRPr>
            </a:pPr>
            <a:r>
              <a:t>BeautifulSoup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7" y="1371600"/>
            <a:ext cx="169164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1435608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7" y="2176272"/>
            <a:ext cx="1691640" cy="64008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240279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A"/>
                </a:solidFill>
              </a:defRPr>
            </a:pPr>
            <a:r>
              <a:t>Restaurant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169164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1435608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DataFrame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76272"/>
            <a:ext cx="1691640" cy="64008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2240279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A"/>
                </a:solidFill>
              </a:defRPr>
            </a:pPr>
            <a:r>
              <a:t>Pandas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77272" y="1371600"/>
            <a:ext cx="169164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6999" y="1435608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CSV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77272" y="2176272"/>
            <a:ext cx="1691640" cy="64008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6999" y="2240279"/>
            <a:ext cx="1472184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A"/>
                </a:solidFill>
              </a:defRPr>
            </a:pPr>
            <a:r>
              <a:t>3,626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49039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Duplicate records were removed using City + Name + Location.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Final dataset saved as eazydiner_multi_city_restaurants.csv.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Raw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6"/>
                </a:solidFill>
              </a:defRPr>
            </a:pPr>
            <a:r>
              <a:t>Actual raw scraped values before numeric transformation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11338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Cuisine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182B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Vijayawada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United Food Palace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Benz Circle, Vijayawada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Chinese, Mughlai, North Indian, Kebabs, Andhra, Biryani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₹800 for 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Captured from listing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25% Off :Payeazy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383280"/>
            <a:ext cx="10332720" cy="91440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447288"/>
            <a:ext cx="10113264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Example: Cost is still text — “₹800 for two”. Regex later extracts 800 as Cost_Numeric.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Raw fields are collected directly from the restaurant card HTML.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The raw dataset is then transformed into analysis-ready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Data Cleaning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6583680" cy="4480560"/>
          </a:xfrm>
          <a:prstGeom prst="roundRect">
            <a:avLst/>
          </a:prstGeom>
          <a:solidFill>
            <a:srgbClr val="232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07592"/>
            <a:ext cx="6254496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FFFFFF"/>
                </a:solidFill>
                <a:latin typeface="Consolas"/>
              </a:defRPr>
            </a:pPr>
            <a:r>
              <a:t># Remove duplicates</a:t>
            </a:r>
            <a:br/>
            <a:r>
              <a:t>final_df = final_df.drop_duplicates(</a:t>
            </a:r>
            <a:br/>
            <a:r>
              <a:t>    subset=["City","Name","Location"]</a:t>
            </a:r>
            <a:br/>
            <a:r>
              <a:t>)</a:t>
            </a:r>
            <a:br/>
            <a:br/>
            <a:r>
              <a:t># Extract numeric cost using Regex</a:t>
            </a:r>
            <a:br/>
            <a:r>
              <a:t>final_df["Cost_Numeric"] = (</a:t>
            </a:r>
            <a:br/>
            <a:r>
              <a:t>    final_df["Cost"].str.extract(r"(\d+)")[0]</a:t>
            </a:r>
            <a:br/>
            <a:r>
              <a:t>)</a:t>
            </a:r>
            <a:br/>
            <a:br/>
            <a:r>
              <a:t># Convert cost and rating to numeric</a:t>
            </a:r>
            <a:br/>
            <a:r>
              <a:t>final_df["Cost_Numeric"] = pd.to_numeric(</a:t>
            </a:r>
            <a:br/>
            <a:r>
              <a:t>    final_df["Cost_Numeric"], errors="coerce"</a:t>
            </a:r>
            <a:br/>
            <a:r>
              <a:t>)</a:t>
            </a:r>
            <a:br/>
            <a:r>
              <a:t>final_df["Rating"] = pd.to_numeric(</a:t>
            </a:r>
            <a:br/>
            <a:r>
              <a:t>    final_df["Rating"], errors="coerce"</a:t>
            </a:r>
            <a:br/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23444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Duplicates → removed using City + Name + Location.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Cost → numeric value extracted from text.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Rating → converted to numeric.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Missing values → checked with isnull().sum().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Data types and duplicate rows → validated before EDA.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Dataset size: 3,626 rows × 8 final columns.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City-wise restaurant count, average rating and average cost were analyzed.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Cuisine frequency and top restaurant locations were analyzed.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Rating and cost distributions were examined.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Cost vs rating correlation was calculated.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EDA was supported with bar charts and a scatter plot.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9966960" cy="68580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5367528"/>
            <a:ext cx="9747504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A"/>
                </a:solidFill>
              </a:defRPr>
            </a:pPr>
            <a:r>
              <a:t>Overall average rating: 4.07  |  Median cost for two: ₹1,200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Key Analysis Questions (Use Cases)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city has the highest number of restaurant listings?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What is the average rating in each city?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city has the highest average cost for two?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cuisines are most common overall and by city?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Which locations have the highest number of listings?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Is there a strong relationship between cost and rating?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What are the overall rating and cost distributions?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Visualizations &amp;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6"/>
                </a:solidFill>
              </a:defRPr>
            </a:pPr>
            <a:r>
              <a:t>Each chart answers a business question from the EDA.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051560"/>
          <a:ext cx="37033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251960" y="1051560"/>
          <a:ext cx="370332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92440" y="1051560"/>
          <a:ext cx="370332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3657600"/>
          <a:ext cx="3703320" cy="2331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51960" y="3657600"/>
          <a:ext cx="3703320" cy="23317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92440" y="3794760"/>
            <a:ext cx="3703320" cy="1737360"/>
          </a:xfrm>
          <a:prstGeom prst="roundRect">
            <a:avLst/>
          </a:prstGeom>
          <a:solidFill>
            <a:srgbClr val="E1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7" y="3858768"/>
            <a:ext cx="3483863" cy="16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Bengaluru leads in listing volume and average cost; it also has the highest average rating. North Indian is the most common cuisine. Koramangala has the highest location 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Conclusion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492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Bengaluru has the highest restaurant listings: 1,742.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Bengaluru has the highest average rating: approximately 4.13.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Bengaluru has the highest average cost for two: approximately ₹1,782.90.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North Indian is the most common cuisine, followed by Chinese and Desserts.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Cost vs rating correlation is 0.069 — a very weak positive linear relationship.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43800" y="1234440"/>
            <a:ext cx="4023360" cy="59436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53527" y="1298448"/>
            <a:ext cx="3803904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82B4A"/>
                </a:solidFill>
              </a:defRPr>
            </a:pPr>
            <a:r>
              <a:t>Business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01168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Use city-wise pricing and cuisine trends for comparison.</a:t>
            </a:r>
          </a:p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Focus on popular cuisines and high-density locations.</a:t>
            </a:r>
          </a:p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Do not assume higher pricing alone improves ratings.</a:t>
            </a:r>
          </a:p>
          <a:p>
            <a:pPr>
              <a:spcAft>
                <a:spcPts val="900"/>
              </a:spcAft>
              <a:defRPr sz="1400">
                <a:solidFill>
                  <a:srgbClr val="2D2D2D"/>
                </a:solidFill>
              </a:defRPr>
            </a:pPr>
            <a:r>
              <a:t>Monitor prices, ratings and offers periodically.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Challenges Faced During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Website pagination had to be handled for multiple pages.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Restaurant information was embedded in HTML cards and required correct selectors.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Cost values were text such as “₹800 for two” and needed numeric extraction.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Some listings did not have ratings, so missing values were identified.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Duplicate restaurant listings were checked and removed.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Website structure can change, so scraping logic may require maintenance.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A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Automate periodic collection to track changes in prices, ratings and offers.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Expand analysis to more cities and additional restaurant attributes.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Analyze food-item-level information if detailed menu data is available.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Create richer dashboards for city, cuisine, pricing and rating comparisons.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Build trend analysis using data collected at multiple points in time.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t>Improve handling of website structure changes and scraping failures.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E2F0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